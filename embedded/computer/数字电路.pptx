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数字电路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5908040" y="467360"/>
            <a:ext cx="1593850" cy="1104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48610" y="2013585"/>
            <a:ext cx="253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与门：有</a:t>
            </a:r>
            <a:r>
              <a:rPr lang="en-US" altLang="zh-CN"/>
              <a:t>0</a:t>
            </a:r>
            <a:r>
              <a:rPr lang="zh-CN" altLang="en-US"/>
              <a:t>出</a:t>
            </a:r>
            <a:r>
              <a:rPr lang="en-US" altLang="zh-CN"/>
              <a:t>0</a:t>
            </a:r>
            <a:r>
              <a:rPr lang="zh-CN" altLang="en-US"/>
              <a:t>，全</a:t>
            </a:r>
            <a:r>
              <a:rPr lang="en-US" altLang="zh-CN"/>
              <a:t>1</a:t>
            </a:r>
            <a:r>
              <a:rPr lang="zh-CN" altLang="en-US"/>
              <a:t>出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281680" y="500380"/>
            <a:ext cx="1800225" cy="1038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2880" y="584835"/>
            <a:ext cx="3047365" cy="397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逻辑运算表达式：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与：</a:t>
            </a:r>
            <a:r>
              <a:rPr lang="en-US" altLang="zh-CN"/>
              <a:t> Y = A  · B</a:t>
            </a:r>
            <a:endParaRPr lang="en-US" altLang="zh-CN"/>
          </a:p>
          <a:p>
            <a:endParaRPr lang="en-US" altLang="zh-CN"/>
          </a:p>
          <a:p>
            <a:r>
              <a:rPr lang="zh-CN" altLang="zh-CN"/>
              <a:t>或：</a:t>
            </a:r>
            <a:r>
              <a:rPr lang="en-US" altLang="zh-CN"/>
              <a:t> Y = A + B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非：</a:t>
            </a:r>
            <a:r>
              <a:rPr lang="en-US" altLang="zh-CN"/>
              <a:t> Y =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异或：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 = A⊕B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与非：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 = A·B = 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或非：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 = A + B = A · 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95315" y="2013585"/>
            <a:ext cx="253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或门：有</a:t>
            </a:r>
            <a:r>
              <a:rPr lang="en-US" altLang="zh-CN"/>
              <a:t>1</a:t>
            </a:r>
            <a:r>
              <a:rPr lang="zh-CN" altLang="en-US"/>
              <a:t>出</a:t>
            </a:r>
            <a:r>
              <a:rPr lang="en-US" altLang="zh-CN"/>
              <a:t>1</a:t>
            </a:r>
            <a:r>
              <a:rPr lang="zh-CN" altLang="en-US"/>
              <a:t>，全</a:t>
            </a:r>
            <a:r>
              <a:rPr lang="en-US" altLang="zh-CN"/>
              <a:t>0</a:t>
            </a:r>
            <a:r>
              <a:rPr lang="zh-CN" altLang="en-US"/>
              <a:t>出</a:t>
            </a:r>
            <a:r>
              <a:rPr lang="en-US" altLang="zh-CN"/>
              <a:t>0</a:t>
            </a:r>
            <a:endParaRPr lang="en-US" altLang="zh-CN"/>
          </a:p>
        </p:txBody>
      </p:sp>
      <p:graphicFrame>
        <p:nvGraphicFramePr>
          <p:cNvPr id="9" name="表格 8"/>
          <p:cNvGraphicFramePr/>
          <p:nvPr/>
        </p:nvGraphicFramePr>
        <p:xfrm>
          <a:off x="182880" y="5154930"/>
          <a:ext cx="112604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  <a:gridCol w="4895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zh-CN"/>
                        <a:t>或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非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异或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与非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或非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194800" y="566420"/>
            <a:ext cx="1257300" cy="9048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652510" y="2013585"/>
            <a:ext cx="253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非门：</a:t>
            </a:r>
            <a:r>
              <a:rPr lang="zh-CN"/>
              <a:t>进</a:t>
            </a:r>
            <a:r>
              <a:rPr lang="en-US" altLang="zh-CN"/>
              <a:t>1</a:t>
            </a:r>
            <a:r>
              <a:rPr lang="zh-CN" altLang="en-US"/>
              <a:t>出</a:t>
            </a:r>
            <a:r>
              <a:rPr lang="en-US" altLang="zh-CN"/>
              <a:t>0</a:t>
            </a:r>
            <a:r>
              <a:rPr lang="zh-CN" altLang="en-US"/>
              <a:t>，进</a:t>
            </a:r>
            <a:r>
              <a:rPr lang="en-US" altLang="zh-CN"/>
              <a:t>0</a:t>
            </a:r>
            <a:r>
              <a:rPr lang="zh-CN" altLang="en-US"/>
              <a:t>出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135630" y="2752090"/>
            <a:ext cx="1962150" cy="14097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848610" y="4438015"/>
            <a:ext cx="282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异或：相同出</a:t>
            </a:r>
            <a:r>
              <a:rPr lang="en-US" altLang="zh-CN"/>
              <a:t>0</a:t>
            </a:r>
            <a:r>
              <a:rPr lang="zh-CN" altLang="en-US"/>
              <a:t>，相异出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888355" y="2640330"/>
            <a:ext cx="2061845" cy="15335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676900" y="4438015"/>
            <a:ext cx="282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/>
              <a:t>与非：全</a:t>
            </a:r>
            <a:r>
              <a:rPr lang="en-US" altLang="zh-CN"/>
              <a:t>1</a:t>
            </a:r>
            <a:r>
              <a:rPr lang="zh-CN" altLang="en-US"/>
              <a:t>出</a:t>
            </a:r>
            <a:r>
              <a:rPr lang="en-US" altLang="zh-CN"/>
              <a:t>0</a:t>
            </a:r>
            <a:r>
              <a:rPr lang="zh-CN" altLang="en-US"/>
              <a:t>，其他出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8615045" y="4420870"/>
            <a:ext cx="282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/>
              <a:t>或非：有</a:t>
            </a:r>
            <a:r>
              <a:rPr lang="en-US" altLang="zh-CN"/>
              <a:t>1</a:t>
            </a:r>
            <a:r>
              <a:rPr lang="zh-CN" altLang="en-US"/>
              <a:t>出</a:t>
            </a:r>
            <a:r>
              <a:rPr lang="en-US" altLang="zh-CN"/>
              <a:t>0</a:t>
            </a:r>
            <a:r>
              <a:rPr lang="zh-CN" altLang="en-US"/>
              <a:t>，全</a:t>
            </a:r>
            <a:r>
              <a:rPr lang="en-US" altLang="zh-CN"/>
              <a:t>0</a:t>
            </a:r>
            <a:r>
              <a:rPr lang="zh-CN" altLang="en-US"/>
              <a:t>出</a:t>
            </a:r>
            <a:r>
              <a:rPr lang="en-US" altLang="zh-CN"/>
              <a:t>1</a:t>
            </a:r>
            <a:endParaRPr lang="en-US" altLang="zh-CN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051925" y="2748915"/>
            <a:ext cx="1762125" cy="13049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</Words>
  <Application>WPS 演示</Application>
  <PresentationFormat>宽屏</PresentationFormat>
  <Paragraphs>210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null null（空空）</cp:lastModifiedBy>
  <cp:revision>171</cp:revision>
  <dcterms:created xsi:type="dcterms:W3CDTF">2019-06-19T02:08:00Z</dcterms:created>
  <dcterms:modified xsi:type="dcterms:W3CDTF">2026-01-10T03:03:50Z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66E2E72CBCF14F5AB73AD091AF15759A_11</vt:lpwstr>
  </property>
</Properties>
</file>